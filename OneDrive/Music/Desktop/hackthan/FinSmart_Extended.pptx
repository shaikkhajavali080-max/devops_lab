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3"/>
    <p:sldId id="260" r:id="rId14"/>
    <p:sldId id="261" r:id="rId15"/>
    <p:sldId id="262" r:id="rId16"/>
    <p:sldId id="26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17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Financial Literacy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 for Youth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the next generation with AI-driven money skills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68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304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93522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Many young people use instant loan apps like Slice and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mPokket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for quick money but often lack financial knowledge about budgeting, interest rates, and repayment planning — leading to debt stress and poor money management.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81512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09609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young adults live paycheck-to-paycheck · Financial stress leads to poor mental health · Early habits define lifelong financial stability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502920"/>
            <a:ext cx="292608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52160" y="548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852160" y="1188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young adults have 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savings fund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1920240"/>
            <a:ext cx="29260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85216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8521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received formal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education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3337560"/>
            <a:ext cx="2926080" cy="1463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52160" y="34015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$38K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5852160" y="40416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student debt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with no budgeting skills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ML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Financial Literacy Assistant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tracks spending habits, analyzes financial behavior, suggests personalized budgeting plans, and provides simple financial education tips — powered by Machine Learning to improve money management for youth.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20116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Tracker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and categorizes transactions automatically using NLP &amp; classification models.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18288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0" y="1828800"/>
            <a:ext cx="20116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5176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5176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907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personalized monthly budgets via regression models based on income &amp; goals.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1828800"/>
            <a:ext cx="201168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632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Tips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907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curated financial tips using a content-based recommendation system.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9440" y="18288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49440" y="1828800"/>
            <a:ext cx="201168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4088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088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Predictor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907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monthly savings potential using time-series forecasting &amp; regression.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274820"/>
            <a:ext cx="8412480" cy="41148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APPROACHES: Classification · Regression · Recommendation · Time-Series Forecasting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625"/>
            <a:ext cx="329184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1627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8745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Datasets
</a:t>
            </a:r>
            <a:endParaRPr lang="en-US" sz="1100" dirty="0"/>
          </a:p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Financial APIs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banking &amp; finance APIs
</a:t>
            </a:r>
            <a:endParaRPr lang="en-US" sz="1100" dirty="0"/>
          </a:p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expenses, income &amp;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records from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3703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4255701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savings &amp; reduced debt among youth</a:t>
            </a:r>
          </a:p>
          <a:p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understand spending habits, save better &amp; make smarter financial decisions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0440" y="85039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20440" y="850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26180" y="1261872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69080" y="822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1069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user spending, income &amp; goals via app input or API integration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0440" y="1673352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2044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26180" y="2084832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069080" y="1645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9080" y="18928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categorize &amp; normalize financial transactions using NLP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20440" y="249631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2044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26180" y="2907792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069080" y="2468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69080" y="2715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classification, regression &amp; recommendation models on labeled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20440" y="331927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2044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6180" y="3730752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69080" y="3291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Layer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69080" y="35387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interface delivers personalized tips, budgets &amp; predictions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20440" y="4142232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52044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69080" y="4114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908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reports show savings goals, spending habits &amp; financial score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Statement Print &amp; AI Assistant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114800" cy="3977640"/>
          </a:xfrm>
          <a:prstGeom prst="rect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14400"/>
            <a:ext cx="73152" cy="3977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241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Print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PDF/CSV Download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 — income, expenses &amp; savings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4140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682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2624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with category-wise spending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32095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63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Date Range Export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4198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from/to date, export instantly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40050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9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 Report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2153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 charts per spending category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914400"/>
            <a:ext cx="4297680" cy="3977640"/>
          </a:xfrm>
          <a:prstGeom prst="rect">
            <a:avLst/>
          </a:prstGeom>
          <a:solidFill>
            <a:srgbClr val="0D2137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914400"/>
            <a:ext cx="73152" cy="3977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024128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Coach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36592" y="1618488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1572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Powered Chatbot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92624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personalised money guidance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36592" y="2414016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Financial Advice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92624" y="2624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user income, goals &amp; spending habits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36592" y="3209544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3163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Quick-Ask Prompts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92624" y="34198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topics: SIP, budgeting, debt, FD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36592" y="4005072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3959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Fallback Responses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992624" y="42153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with smart local finance tips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4828032"/>
            <a:ext cx="4297680" cy="274320"/>
          </a:xfrm>
          <a:prstGeom prst="rect">
            <a:avLst/>
          </a:prstGeom>
          <a:solidFill>
            <a:srgbClr val="1E0A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48280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Powered by Claude AI (Anthropic)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— 20 MARKS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0876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51960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96012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881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Functionality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" y="1472184"/>
            <a:ext cx="39319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app: Login, Transactions, Budget Planner, Goals, Reports, Analytics, Learn &amp; AI Coach — all live &amp; integrated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51960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96012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0881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1472184"/>
            <a:ext cx="39319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JS · LocalStorage · Claude AI API · Node.js/Express · Twilio SMS OTP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944368"/>
            <a:ext cx="4251960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944368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Code 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" y="3456432"/>
            <a:ext cx="39319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JS files: auth.js · dashboard.js · transactions.js · budget.js · goals.js · ai-coach.js · storage.js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944368"/>
            <a:ext cx="4251960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944368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Module 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456432"/>
            <a:ext cx="39319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Print + AI Coach + Budget Alerts + OTP Auth all share one unified data storage layer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— 30 MARKS (HIGHEST WEIGHT)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0876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5029200" cy="4041648"/>
          </a:xfrm>
          <a:prstGeom prst="rect">
            <a:avLst/>
          </a:prstGeom>
          <a:solidFill>
            <a:srgbClr val="0D213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914400"/>
            <a:ext cx="73152" cy="4041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Deployment Status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" y="15087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463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via Node.js / Express server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17373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— runs on Render, Railway, or localhost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235915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13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 via Twilio SMS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25877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SMS OTP sent to Indian &amp; international numbers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" y="320954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1638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PDF/CSV download — live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34381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download, no server dependency needed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" y="40599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live via Claude API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428853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responses from Claude AI (Anthropic)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914400"/>
            <a:ext cx="3383280" cy="1207008"/>
          </a:xfrm>
          <a:prstGeom prst="rect">
            <a:avLst/>
          </a:prstGeom>
          <a:solidFill>
            <a:srgbClr val="0D213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9875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5532120" y="1600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32120" y="2304288"/>
            <a:ext cx="3383280" cy="1207008"/>
          </a:xfrm>
          <a:prstGeom prst="rect">
            <a:avLst/>
          </a:prstGeom>
          <a:solidFill>
            <a:srgbClr val="0D2137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23774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5532120" y="29900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32120" y="3694176"/>
            <a:ext cx="3383280" cy="1207008"/>
          </a:xfrm>
          <a:prstGeom prst="rect">
            <a:avLst/>
          </a:prstGeom>
          <a:solidFill>
            <a:srgbClr val="0D2137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7673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31" name="Text 29"/>
          <p:cNvSpPr/>
          <p:nvPr/>
        </p:nvSpPr>
        <p:spPr>
          <a:xfrm>
            <a:off x="5532120" y="43799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— 15 MARKS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08760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2761488" cy="4041648"/>
          </a:xfrm>
          <a:prstGeom prst="rect">
            <a:avLst/>
          </a:prstGeom>
          <a:solidFill>
            <a:srgbClr val="0D213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914400"/>
            <a:ext cx="64008" cy="40416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ML Upgrades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" y="1417320"/>
            <a:ext cx="248716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predictor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anomaly detection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auto-categorization (OCR)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return predictor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 by age &amp; income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914400"/>
            <a:ext cx="2761488" cy="4041648"/>
          </a:xfrm>
          <a:prstGeom prst="rect">
            <a:avLst/>
          </a:prstGeom>
          <a:solidFill>
            <a:srgbClr val="0D2137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914400"/>
            <a:ext cx="64008" cy="40416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Platform 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417320"/>
            <a:ext cx="248716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/ iOS app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&amp; bank account integration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Multi-language: Hindi, Telugu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bill smart reminders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group budget sharing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17336" y="914400"/>
            <a:ext cx="2761488" cy="4041648"/>
          </a:xfrm>
          <a:prstGeom prst="rect">
            <a:avLst/>
          </a:prstGeom>
          <a:solidFill>
            <a:srgbClr val="0D21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914400"/>
            <a:ext cx="64008" cy="4041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AI &amp; Gamification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1417320"/>
            <a:ext cx="248716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AI financial coach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streak &amp; badges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curriculum module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statement email scheduler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/ FD maturity planner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EVALUATION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&amp; Score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00200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82880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47672" y="960120"/>
            <a:ext cx="160020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10058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947672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12464" y="960120"/>
            <a:ext cx="160020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0058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712464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77256" y="960120"/>
            <a:ext cx="1600200" cy="1417320"/>
          </a:xfrm>
          <a:prstGeom prst="rect">
            <a:avLst/>
          </a:prstGeom>
          <a:solidFill>
            <a:srgbClr val="1D6060"/>
          </a:solidFill>
          <a:ln w="12700">
            <a:solidFill>
              <a:srgbClr val="1D6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10058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477256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42048" y="960120"/>
            <a:ext cx="160020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0058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242048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2487168"/>
            <a:ext cx="2926080" cy="457200"/>
          </a:xfrm>
          <a:prstGeom prst="rect">
            <a:avLst/>
          </a:prstGeom>
          <a:solidFill>
            <a:srgbClr val="0D2137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4871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 Marks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28600" y="3063240"/>
            <a:ext cx="8686800" cy="1892808"/>
          </a:xfrm>
          <a:prstGeom prst="rect">
            <a:avLst/>
          </a:prstGeom>
          <a:solidFill>
            <a:srgbClr val="0D213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063240"/>
            <a:ext cx="73152" cy="1892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27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How Our Team Collaborated — Batch Environment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3520440"/>
            <a:ext cx="84124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responsibilities equally: UI design, AI integration, Statement engine, OTP auth &amp; data storage layer — each member owned a module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build strategy: feature-by-feature integration with live testing at every milestone under hackathon time constraints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professionalism &amp; discipline throughout — coordinated via structured task breakdown, met all deadlines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342</Words>
  <Application>Microsoft Office PowerPoint</Application>
  <PresentationFormat>On-screen Show (16:9)</PresentationFormat>
  <Paragraphs>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Financial Literacy Assistant for Youth</dc:title>
  <dc:subject>PptxGenJS Presentation</dc:subject>
  <dc:creator>PptxGenJS</dc:creator>
  <cp:lastModifiedBy>SHAIK KHAJA VALI</cp:lastModifiedBy>
  <cp:revision>2</cp:revision>
  <dcterms:created xsi:type="dcterms:W3CDTF">2026-03-13T03:49:36Z</dcterms:created>
  <dcterms:modified xsi:type="dcterms:W3CDTF">2026-03-13T09:14:25Z</dcterms:modified>
</cp:coreProperties>
</file>